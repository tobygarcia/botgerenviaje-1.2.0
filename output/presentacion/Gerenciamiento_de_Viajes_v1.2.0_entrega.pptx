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1cde6966e34017" /><Relationship Type="http://schemas.openxmlformats.org/officeDocument/2006/relationships/extended-properties" Target="/docProps/app.xml" Id="R8102a9268cb94631" /><Relationship Type="http://schemas.openxmlformats.org/officeDocument/2006/relationships/officeDocument" Target="/ppt/presentation.xml" Id="R8ddf65f0650547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04d60b43b749a9"/>
  </p:sldMasterIdLst>
  <p:notesMasterIdLst>
    <p:notesMasterId xmlns:r="http://schemas.openxmlformats.org/officeDocument/2006/relationships" r:id="Rf6cb38baa2a54736"/>
  </p:notesMasterIdLst>
  <p:sldIdLst>
    <p:sldId xmlns:r="http://schemas.openxmlformats.org/officeDocument/2006/relationships" id="256" r:id="R4dda92301d554e40"/>
    <p:sldId xmlns:r="http://schemas.openxmlformats.org/officeDocument/2006/relationships" id="257" r:id="R078b691b854c47e7"/>
    <p:sldId xmlns:r="http://schemas.openxmlformats.org/officeDocument/2006/relationships" id="258" r:id="R591b5a4f95d24bb7"/>
    <p:sldId xmlns:r="http://schemas.openxmlformats.org/officeDocument/2006/relationships" id="259" r:id="Rb2a1fffec610473f"/>
    <p:sldId xmlns:r="http://schemas.openxmlformats.org/officeDocument/2006/relationships" id="260" r:id="Rd302f2c0ec864dfc"/>
    <p:sldId xmlns:r="http://schemas.openxmlformats.org/officeDocument/2006/relationships" id="261" r:id="R289677f2c9cb49f7"/>
    <p:sldId xmlns:r="http://schemas.openxmlformats.org/officeDocument/2006/relationships" id="262" r:id="R6bbd4c4c15494e35"/>
    <p:sldId xmlns:r="http://schemas.openxmlformats.org/officeDocument/2006/relationships" id="263" r:id="R9bd295ea34144738"/>
    <p:sldId xmlns:r="http://schemas.openxmlformats.org/officeDocument/2006/relationships" id="264" r:id="R9d6d35becbdd4975"/>
    <p:sldId xmlns:r="http://schemas.openxmlformats.org/officeDocument/2006/relationships" id="265" r:id="Rd8f70f3b13e344f9"/>
    <p:sldId xmlns:r="http://schemas.openxmlformats.org/officeDocument/2006/relationships" id="266" r:id="Ra1d00e5007db4257"/>
    <p:sldId xmlns:r="http://schemas.openxmlformats.org/officeDocument/2006/relationships" id="267" r:id="Re9d8af094b9545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4df70c22904469" /><Relationship Type="http://schemas.openxmlformats.org/officeDocument/2006/relationships/slideMaster" Target="/ppt/slideMasters/slideMaster1.xml" Id="R1c04d60b43b749a9" /><Relationship Type="http://schemas.openxmlformats.org/officeDocument/2006/relationships/notesMaster" Target="/ppt/notesMasters/notesMaster1.xml" Id="Rf6cb38baa2a54736" /><Relationship Type="http://schemas.openxmlformats.org/officeDocument/2006/relationships/presProps" Target="/ppt/presProps.xml" Id="Rf1d18b3f14f74d8b" /><Relationship Type="http://schemas.openxmlformats.org/officeDocument/2006/relationships/tableStyles" Target="/ppt/tableStyles.xml" Id="R5a10456cd5b04bd5" /><Relationship Type="http://schemas.openxmlformats.org/officeDocument/2006/relationships/slide" Target="/ppt/slides/slide1.xml" Id="R4dda92301d554e40" /><Relationship Type="http://schemas.openxmlformats.org/officeDocument/2006/relationships/slide" Target="/ppt/slides/slide2.xml" Id="R078b691b854c47e7" /><Relationship Type="http://schemas.openxmlformats.org/officeDocument/2006/relationships/slide" Target="/ppt/slides/slide3.xml" Id="R591b5a4f95d24bb7" /><Relationship Type="http://schemas.openxmlformats.org/officeDocument/2006/relationships/slide" Target="/ppt/slides/slide4.xml" Id="Rb2a1fffec610473f" /><Relationship Type="http://schemas.openxmlformats.org/officeDocument/2006/relationships/slide" Target="/ppt/slides/slide5.xml" Id="Rd302f2c0ec864dfc" /><Relationship Type="http://schemas.openxmlformats.org/officeDocument/2006/relationships/slide" Target="/ppt/slides/slide6.xml" Id="R289677f2c9cb49f7" /><Relationship Type="http://schemas.openxmlformats.org/officeDocument/2006/relationships/slide" Target="/ppt/slides/slide7.xml" Id="R6bbd4c4c15494e35" /><Relationship Type="http://schemas.openxmlformats.org/officeDocument/2006/relationships/slide" Target="/ppt/slides/slide8.xml" Id="R9bd295ea34144738" /><Relationship Type="http://schemas.openxmlformats.org/officeDocument/2006/relationships/slide" Target="/ppt/slides/slide9.xml" Id="R9d6d35becbdd4975" /><Relationship Type="http://schemas.openxmlformats.org/officeDocument/2006/relationships/slide" Target="/ppt/slides/slide10.xml" Id="Rd8f70f3b13e344f9" /><Relationship Type="http://schemas.openxmlformats.org/officeDocument/2006/relationships/slide" Target="/ppt/slides/slide11.xml" Id="Ra1d00e5007db4257" /><Relationship Type="http://schemas.openxmlformats.org/officeDocument/2006/relationships/slide" Target="/ppt/slides/slide12.xml" Id="Re9d8af094b95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43399ef7f540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cae8fdcb2f4cda" /><Relationship Type="http://schemas.openxmlformats.org/officeDocument/2006/relationships/notesMaster" Target="/ppt/notesMasters/notesMaster1.xml" Id="Rf40bff4192f243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37d75f9a1d49a4" /><Relationship Type="http://schemas.openxmlformats.org/officeDocument/2006/relationships/notesMaster" Target="/ppt/notesMasters/notesMaster1.xml" Id="R09b410f0fe5042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57cf9a03284bce" /><Relationship Type="http://schemas.openxmlformats.org/officeDocument/2006/relationships/notesMaster" Target="/ppt/notesMasters/notesMaster1.xml" Id="R578c6a717c974c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8f0a35d9d8400f" /><Relationship Type="http://schemas.openxmlformats.org/officeDocument/2006/relationships/notesMaster" Target="/ppt/notesMasters/notesMaster1.xml" Id="R88c54cb0a3c3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7206b6f9824c09" /><Relationship Type="http://schemas.openxmlformats.org/officeDocument/2006/relationships/notesMaster" Target="/ppt/notesMasters/notesMaster1.xml" Id="R0a5a5a45a86840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9a548f26f2425b" /><Relationship Type="http://schemas.openxmlformats.org/officeDocument/2006/relationships/notesMaster" Target="/ppt/notesMasters/notesMaster1.xml" Id="Rb4d22b7218cf4b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06878107794129" /><Relationship Type="http://schemas.openxmlformats.org/officeDocument/2006/relationships/notesMaster" Target="/ppt/notesMasters/notesMaster1.xml" Id="R7735aa74a5564d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fcf2c2a5184981" /><Relationship Type="http://schemas.openxmlformats.org/officeDocument/2006/relationships/notesMaster" Target="/ppt/notesMasters/notesMaster1.xml" Id="R688d8cf8d0dc41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1ea386988e4672" /><Relationship Type="http://schemas.openxmlformats.org/officeDocument/2006/relationships/notesMaster" Target="/ppt/notesMasters/notesMaster1.xml" Id="R968f50b74fca42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d8cc8a5ac24d60" /><Relationship Type="http://schemas.openxmlformats.org/officeDocument/2006/relationships/notesMaster" Target="/ppt/notesMasters/notesMaster1.xml" Id="R084a0999dca041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43dddcde2349f4" /><Relationship Type="http://schemas.openxmlformats.org/officeDocument/2006/relationships/notesMaster" Target="/ppt/notesMasters/notesMaster1.xml" Id="R07efa05d6c5649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7078b756324677" /><Relationship Type="http://schemas.openxmlformats.org/officeDocument/2006/relationships/notesMaster" Target="/ppt/notesMasters/notesMaster1.xml" Id="Rd12a82f9590a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Portada elaborada con el logotipo incluido en frontend/src/assets/AQUARIO_BLANCO.png.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Recurso visual: frontend/src/assets/conductor.png.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Los valores de odómetro mostrados son un ejemplo ilustrativo y no representan un viaje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La operación final de SharePoint depende de la configuración de Microsoft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Cierre basado en las recomendaciones prácticas del documento fuente. La nota técnica conserva la cautela indicada en RESUMEN_PROYECTO.md.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a1fdd41a14b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490873abb14abf" /><Relationship Type="http://schemas.openxmlformats.org/officeDocument/2006/relationships/slideLayout" Target="/ppt/slideLayouts/slideLayout1.xml" Id="Re0a4e4fd40f5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a4e4fd40f5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438994cf04dde" /><Relationship Type="http://schemas.openxmlformats.org/officeDocument/2006/relationships/image" Target="/ppt/media/image.png" Id="Rf509d2500eca41c6" /><Relationship Type="http://schemas.openxmlformats.org/officeDocument/2006/relationships/notesSlide" Target="/ppt/notesSlides/notesSlide1.xml" Id="Rfbfef87d86664b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73a90864c4a2a" /><Relationship Type="http://schemas.openxmlformats.org/officeDocument/2006/relationships/notesSlide" Target="/ppt/notesSlides/notesSlide2.xml" Id="R75e26b292380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cca2aa4c04935" /><Relationship Type="http://schemas.openxmlformats.org/officeDocument/2006/relationships/notesSlide" Target="/ppt/notesSlides/notesSlide3.xml" Id="Rbf5eacabb7e842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a7782a37444eb" /><Relationship Type="http://schemas.openxmlformats.org/officeDocument/2006/relationships/notesSlide" Target="/ppt/notesSlides/notesSlide4.xml" Id="R9f7c4f20393c4d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72c14b59041f0" /><Relationship Type="http://schemas.openxmlformats.org/officeDocument/2006/relationships/image" Target="/ppt/media/image2.png" Id="R9681c32653e047c8" /><Relationship Type="http://schemas.openxmlformats.org/officeDocument/2006/relationships/notesSlide" Target="/ppt/notesSlides/notesSlide5.xml" Id="R9dbaf2bd55b24d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df42f20b84cf5" /><Relationship Type="http://schemas.openxmlformats.org/officeDocument/2006/relationships/notesSlide" Target="/ppt/notesSlides/notesSlide6.xml" Id="Red5944e2a25b46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387bd724841d3" /><Relationship Type="http://schemas.openxmlformats.org/officeDocument/2006/relationships/notesSlide" Target="/ppt/notesSlides/notesSlide7.xml" Id="R81762587485946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fab3b012f4435" /><Relationship Type="http://schemas.openxmlformats.org/officeDocument/2006/relationships/notesSlide" Target="/ppt/notesSlides/notesSlide8.xml" Id="R6c350f81c9ab4b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19b97e334e0d" /><Relationship Type="http://schemas.openxmlformats.org/officeDocument/2006/relationships/notesSlide" Target="/ppt/notesSlides/notesSlide9.xml" Id="Re840480598bd4c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e8e0510424a43" /><Relationship Type="http://schemas.openxmlformats.org/officeDocument/2006/relationships/notesSlide" Target="/ppt/notesSlides/notesSlide10.xml" Id="R7063bba3a6614d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a139652944160" /><Relationship Type="http://schemas.openxmlformats.org/officeDocument/2006/relationships/notesSlide" Target="/ppt/notesSlides/notesSlide11.xml" Id="Rf5178d84bf5b4d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3fefbd43844f6" /><Relationship Type="http://schemas.openxmlformats.org/officeDocument/2006/relationships/notesSlide" Target="/ppt/notesSlides/notesSlide12.xml" Id="R26ac5652db3a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ADF99-73B7-4383-9D86-A430CFA2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71655-915A-452B-9F3B-A227656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94ED2-01EA-431F-8153-5C1C926A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0"/>
            <a:ext cx="3476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F0AF5-389E-4DD8-96A0-EF358A7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9D583-140B-4651-9CA8-A86C40B9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22C24-BF57-4F2E-9F8F-6D892EA6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9d2500eca41c6"/>
          <a:stretch xmlns:a="http://schemas.openxmlformats.org/drawingml/2006/main"/>
        </p:blipFill>
        <p:spPr>
          <a:xfrm xmlns:a="http://schemas.openxmlformats.org/drawingml/2006/main">
            <a:off x="881180" y="457200"/>
            <a:ext cx="105704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57182-7D8D-4296-9115-BC75F222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Plataforma de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Gerenciamiento de Viajes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BD894-D7EC-469B-BCE5-2FD56CAB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Seguridad operativa, trazabilidad y control documental de la flota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F0E61-81BB-4B76-A978-87F66B5C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6DB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6DBE8"/>
                </a:solidFill>
                <a:latin typeface="Arial"/>
                <a:ea typeface="Arial"/>
                <a:cs typeface="Arial"/>
              </a:rPr>
              <a:t>Presentación para usuarios finales y mandos medios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B3452-A5AB-4E7D-A83F-1A8F452C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FB5C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5C3"/>
                </a:solidFill>
                <a:latin typeface="Arial"/>
                <a:ea typeface="Arial"/>
                <a:cs typeface="Arial"/>
              </a:rPr>
              <a:t>Septiembre 2026  |  Versión 1.2.0</a:t>
            </a:r>
          </a:p>
        </p:txBody>
      </p:sp>
    </p:spTree>
    <p:extLst>
      <p:ext uri="{BB962C8B-B14F-4D97-AF65-F5344CB8AC3E}">
        <p14:creationId xmlns:p14="http://schemas.microsoft.com/office/powerpoint/2010/main" val="923300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AA6BF-BF31-419B-84FE-7DF656E2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Una operación segura deja un registro completo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0A187-3DCA-4AB5-BB36-9A92BF0F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E8E3D-B965-4BFE-A534-83009C8F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C710D-3A39-4FB5-9D9A-974D185B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plataforma concentra en un solo flujo lo que antes se distribuía entre bitácoras, mensajes, fotografías y archivos.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C625B-5E24-430B-8933-D37D4853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514A7-7305-44EB-941E-378D2C33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2329B-7A94-45E8-A90F-046C5252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6A379-64E3-44D3-8BC9-D09EC50E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Inspección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A3796-3FD0-477E-8AE3-55527B22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Revisión preoperacional y evidencia de daños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16431-864B-4733-A1AB-E1FC945F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C11B3-B082-43BB-948A-A1C74C39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C3C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3C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BEF9A-AF6D-4AEB-965C-F2E465E4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9C66D-2E00-4E95-9327-231E90C1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6EFF3-2D8F-4FF0-A1AF-1DE4E1F1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Ubicación GPS en línea y sincronización posterior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A790A-45AE-4C09-8B99-E5F9D21D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9A98F-3FF4-421E-86A8-5492B615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4F8EC-F3A5-4FA2-8511-2841A3E3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D5CD0-2262-4909-BC87-329250E3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0E53A-20B1-40A4-8FB3-7B60CE4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Lecturas de odómetro y estados del viaje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0B0DB-0BA5-45AB-BC04-912F6BB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FEF09-4F77-40C4-86A2-FE104429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A3E09-45BD-437E-8E70-BA37790D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D169C-F470-49AE-8FA1-339159A8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Expediente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1EE3F-635E-4F3E-BAD0-B41D3ED2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Firmas, PDFs y respaldo para auditoría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E37BA-E229-4A5D-9D61-6928D8D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373829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328C2-9F86-45FA-82D1-44CEB95A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Roles y canales de acceso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5CBA-3C5F-4DD5-8D25-ACAF9D1D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38F7B-6A6D-48FD-93FC-FD6BB569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EB51E-0D5F-48A4-83DB-1D73EAAB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761B6-3D16-47DE-9478-9CC4F512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E4278-A67B-4CC1-BEBA-0749FFE6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A5410-07D8-4F5E-A062-68A4BF88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5D962-64D4-4AF5-8840-8D00A7A0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Conductor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6DB52-99BF-44A5-A85F-3738E0B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Telegram Mini App y PWA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01EBC-A3C3-4CEA-8B2F-DD4653F3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Completa la inspección, registra odómetros, opera el viaje y reporta ubicación.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13BFF-779B-48BF-8ABE-DCAC7F95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25A4A-08A7-4993-9E98-AF92C154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7C7CB-E06E-4B41-BD06-3234B36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C66EB-5279-48C3-98AE-DFB27566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19AF1-380E-4D84-82CF-E26AB2D0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58771-26F7-494A-87CF-E5082EA3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Telegram y portal 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00960-662C-47BB-AADF-5FF9F310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Revisa evidencias, autoriza la salida y documenta evaluaciones de manejo.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AE92D-64FB-4D8B-BC18-63C4964B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A6AE2-B632-43B6-85BA-C160EF80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1A046-8C30-42C9-A583-FF782280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E5BC4-9E3C-4F2D-A1C7-D44C60AD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F2D41-9C35-40A2-BF4D-D8CEC906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Torre de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255C4-072E-4E27-9A9D-AF3C91E5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D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14D"/>
                </a:solidFill>
                <a:latin typeface="Arial"/>
                <a:ea typeface="Arial"/>
                <a:cs typeface="Arial"/>
              </a:rPr>
              <a:t>Panel administrativo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42C03-90E7-4D62-9D85-216EFCFF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Monitorea viajes, audita kilometraje y consulta expedientes operativos.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4DA7E-E1C8-46C3-86BC-E7632476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487310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9B690-9C9B-4E88-AF9C-ECEA811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1: acceso e identidad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A132E-C724-4DBB-84A1-58811265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4AD30-FA6B-4529-AF76-01E8B2AD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01D67-5D6F-4069-BEE6-496875E2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conductor entra desde Telegram o desde la PWA y confirma su identidad antes de operar una unidad.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B4291-DD40-420F-8B20-09AA83EB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38125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9525">
            <a:solidFill>
              <a:srgbClr val="9ED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0047B-A053-4C25-BC9E-144D0638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D4864-EF51-45B0-BDA2-2A16F6FA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28214-4F28-48D3-8B85-88649F0A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193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7A02E-7630-4B2D-86A6-4C3D1863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Comando /start y apertura de la Mini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D487D-D23B-49F8-97E3-966445F8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381250" cy="140970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9525">
            <a:solidFill>
              <a:srgbClr val="D5C6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F81FE-DC0F-4E09-9F81-7059EEC5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9DFF5-1CB6-46EB-B0B5-B47F17A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6E36C-B685-49F0-AA8E-1ABFC3F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43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PWA móvil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05D74-FE13-4225-BC72-9E0FE0A8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Acceso directo en Chrome, con sesión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0C3E6-819A-45F1-9A58-2AA4A7BE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476500" cy="2381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E4F64-B95C-49AC-AAF2-E6974F3A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1DD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1DDEA"/>
                </a:solidFill>
                <a:latin typeface="Arial"/>
                <a:ea typeface="Arial"/>
                <a:cs typeface="Arial"/>
              </a:rPr>
              <a:t>PIN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7DB2A-3931-4ACA-80C9-3F4E720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528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••••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FD0DB-CAA1-4885-8715-A399AE26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333500" cy="41910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EEE6E-4D3E-4F72-9C9D-68C9036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58F39-41A6-495E-AF22-C7DF008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667000" cy="19050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7D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7F66C-DC34-4CF5-91DA-A3E74832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E1290-14DC-47C6-8737-1CD8D4E9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03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B86E0-84C0-471D-B1DF-D7A31420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Perfil habilitado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6B9C6-7006-4808-B330-79F60442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Conductor activo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Licencia vigente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Vehículo asignado</a:t>
            </a:r>
          </a:p>
        </p:txBody>
      </p: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57550" y="3009900"/>
            <a:ext cx="14097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257550" y="3743325"/>
            <a:ext cx="140970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8D7DF"/>
            </a:solidFill>
            <a:prstDash val="soli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143750" y="3733800"/>
            <a:ext cx="142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A06B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2E79A-3B7F-4FF8-9B4C-757C6020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388231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4A39C-B717-4B68-B3E8-B441E6FA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2: inspección preoperacional 360°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F6FBA-A5E0-4CC0-950E-EED90E1B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AE4A2-3852-4543-BEBA-C3DD0DDD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F312D-B9D1-4BA2-8CA9-48C938C9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inspección documenta el estado de la unidad antes de encender el motor.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6CA89-FB56-45D9-A6CB-093FCAC6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239000" cy="3905250"/>
          </a:xfrm>
          <a:prstGeom xmlns:a="http://schemas.openxmlformats.org/drawingml/2006/main" prst="roundRect">
            <a:avLst>
              <a:gd name="adj" fmla="val 63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1c32653e047c8"/>
          <a:stretch xmlns:a="http://schemas.openxmlformats.org/drawingml/2006/main"/>
        </p:blipFill>
        <p:spPr>
          <a:xfrm xmlns:a="http://schemas.openxmlformats.org/drawingml/2006/main">
            <a:off x="1000607" y="2476500"/>
            <a:ext cx="5333035" cy="1847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F996E-1BEB-4944-AE14-0ED46FD3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6FD86-B6F6-4110-BCDD-82B0B923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EF8D0-F8B0-467E-B1AC-EF65B04C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Marcas de daño y evidencia fotográfica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01AF6-749E-4B17-BFF6-970F602D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C9626-547F-4D30-B352-ADC1E5D6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D7595-DE3A-4488-9241-212488AC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97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Frenos y luces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BAE45-FF0A-4A4E-9591-9E1F19C2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6D0E4-0A9C-4BC4-AC34-B1470793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589CD-A5D1-4FD4-92AD-8D093B93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Llantas y niveles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C176C-4FCD-43A1-9CE5-FA44110C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E2632-E709-470C-9E16-FE4D7130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505FE-F0F2-4444-A7AF-EEA51682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Equipo de emergencia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1A354-B008-4BB2-9217-9BA5E15D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9D2C1-5B86-4481-BE2D-FE8C1DDE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38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1AF64-438C-4767-816F-E1D227A5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386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Firma del conductor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703C8-99EF-43A0-83C3-4305299E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57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Regla operativa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4EC63-A535-4067-B709-7130BCBB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inspección es diaria por operador y se reinicia a las 10:00 PM.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4FDE4-509D-4FFA-B5C0-98B9BFBA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6422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B1778-89BE-4DBF-B4AF-2F2946D8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3: validación y salida autorizada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63211-0623-4D47-96DA-BF3ADA20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A9E95-0668-44EF-867B-B4FA7190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5EF33-EB44-4C4C-A80E-6D797CD2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revisa la evidencia y deja una decisión trazable antes de liberar la unidad.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F33B9-9422-4078-BEE7-A75251E8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AA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0C002-C25B-4744-BF83-08794923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124B6-F666-4477-A6A3-0DE78723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C7BFD-503A-4D2F-B9B6-4DC8193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Alerta automática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CCF32-429E-465D-8FC0-9654DCD2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2266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Telegram avisa al grupo de supervisores cuando el conductor envía el checklist.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FDA49-C2CC-40DF-8A8E-289A816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4C0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C0D12-D113-41EF-9D6B-0C3D4FCA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F7080-4F9C-4A72-91BD-534DFA94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64527-6D8A-46ED-BB8B-DD855EC1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Revisión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FC5BC-99FF-4B12-9A86-E6C99C40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consulta checklist, fotografías y daños registrados. Aprueba o rechaza con firma digital.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F3508-33F8-4C69-9FD4-6A62456E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5B7BF-720E-49C2-95D6-9FB2FF43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7121C-AE83-47E9-A1DD-71BAEA56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0A41C-C94F-4A64-818E-E677A9B6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Acta oficial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6B619-37D6-4E3A-A6A3-45E8958E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aprobación genera el PDF firmado y habilita la salida. El rechazo devuelve la unidad a corrección.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35242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05700" y="35242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23A51-A8D3-4639-B6D2-D5C55131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81625"/>
            <a:ext cx="4095750" cy="514350"/>
          </a:xfrm>
          <a:prstGeom xmlns:a="http://schemas.openxmlformats.org/drawingml/2006/main" prst="roundRect">
            <a:avLst>
              <a:gd name="adj" fmla="val 40741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910B1-674C-49DE-AE11-0B43FF9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911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firma de ambas partes respalda la salida segura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25072-76B6-4F9D-9DEA-26A8E20C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2091917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73C40-8DFC-4100-98F0-94D685B1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Paso 4: preparación y plan de ruta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E648A-65C3-4F9A-9503-4550E83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79D8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D8E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36F9-5255-4F41-93DC-C56F4B3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FB2CD-26BD-4665-843A-1352DF4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Antes de iniciar, el conductor documenta el traslado y los controles de seguridad de la ruta.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D36CE-2C1D-488E-B9BB-34537773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ABC2C-DE0D-4B60-893E-B4456F96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1455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47107-EAA1-4812-98A7-6426E2D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76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Destino y motivo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A78AC-6511-4E2F-8D35-453D36EE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Origen, destino oficial, propósito y acompañantes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E657C-4D78-45C4-95D7-CFDC4871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33C68-0774-4C6C-9B44-770662BD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81173-266C-4A57-BB1E-B786DFCF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Odómetro inicial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7E8AD-07B3-407E-9086-F54D53AD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Lectura numérica y fotografía del tablero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D439F-EA69-4EF0-8CA3-7A5CF8B8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C3C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C3C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F8CD4-0000-4A64-8F7F-921B052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5765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CEA38-E5A4-4397-9817-1DDA2BF2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19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Riesgos de ruta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B15BA-6321-4ADC-8374-92C593A4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Clima, condiciones del camino y protocolos de auxilio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613C2-45FD-4B6C-AC22-859AA501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758E3-CFA7-4485-9C1C-4EDB94F3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9F837-2FBC-4126-B14F-1DB5161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91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de descanso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41ADD-4A6A-4FFA-B037-CED0F1B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Paradas programadas cada 2 a 3 horas de manejo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8A076-3736-49D9-B322-EBF3862D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FC5D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5D3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077989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CD71A2-A5DA-48D8-8F70-35E8DBA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5: rastreo GPS en línea y sin cobertura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56A77-6AC9-4879-9F35-54E8A904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4C491-0D5D-4199-B854-8CF02E5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7C057-6024-4D35-B0CC-F5046443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aplicación mantiene la continuidad del registro durante todo el viaje.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BCDCD-A8F6-45CB-8A1C-C5ACB356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95500" cy="1238250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32C30-EA56-409B-A326-5A28C4B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INICIAR VIAJE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4CBD1-B48A-4047-9191-E09216CB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CD1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1DD"/>
                </a:solidFill>
                <a:latin typeface="Arial"/>
                <a:ea typeface="Arial"/>
                <a:cs typeface="Arial"/>
              </a:rPr>
              <a:t>Activa el seguimiento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52652-EA28-4CAD-9197-D950365E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7622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9525">
            <a:solidFill>
              <a:srgbClr val="9D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1337C-D402-4C95-A6BF-BC791A3A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11E9E-91BE-4CFA-8B19-E1E78808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B320F-C185-4AC7-B59D-FD67111D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9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 señal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CD598-C38E-43AB-A7F2-A79863C4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Las coordenadas llegan al servidor y actualizan la ruta.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DD2C7-6D14-4BDE-A657-3DBBE9CA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27622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4C0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ED654-B657-4123-96AD-32FCBEA5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291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A5674-88F2-4C29-AE46-DCCEB928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CBEDE-3A5C-426F-AE18-957BDA1A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00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Sin señal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0BF07-25F8-4264-92C8-DA258488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teléfono guarda puntos y eventos para sincronizarlos después.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E6DF3-5D56-4E41-841C-C25934FB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09900"/>
            <a:ext cx="25717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1EF8B-FF29-423A-9EC5-1140308B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480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59D9D-F85C-46F2-A97C-1FE0D92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575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696D2-EDD4-4280-B09C-CE1A565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Ruta consolidada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93A640-A08A-465A-BD3C-060B0A8F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005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Sin pérdida ni duplicación de puntos GPS</a:t>
            </a:r>
          </a:p>
        </p:txBody>
      </p:sp>
      <p:cxnSp>
        <p:nvCxnSpPr>
          <p:cNvPr id="5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57500" y="2809875"/>
            <a:ext cx="1666875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0A7C7"/>
            </a:solidFill>
            <a:prstDash val="solid"/>
          </a:ln>
        </p:spPr>
      </p:cxn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57500" y="3381375"/>
            <a:ext cx="1666875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26A35"/>
            </a:solidFill>
            <a:prstDash val="solid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86625" y="2809875"/>
            <a:ext cx="161925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A06B"/>
            </a:solidFill>
            <a:prstDash val="solid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286625" y="3819525"/>
            <a:ext cx="161925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A06B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8229B4-91B1-4F47-9AF4-4B63B331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426281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9FA9C-731A-4637-87D1-FA2A8337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6: cierre y conciliación de kilometraje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18F68-0CBB-4004-B5AE-7664BC5A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AF237-1F5D-4DB4-8593-8CA33409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42CF3-2511-47AD-97A0-BA8C031D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lectura final completa el expediente del viaje y libera la unidad para el siguiente servicio.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2CE77-C0FE-4D64-B8CA-F72E6C7F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95750" cy="276225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9B8F7-EB2B-4FD1-86F6-919E1439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Odómetro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FB91B-A5D0-42D9-884A-47CDE75C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128,450 km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91EAD-A299-4A33-B04D-A2442696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9DF8A-CE4F-4CBA-B5E0-66D4D481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Odómetro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38E4C-B01C-4754-B861-57960875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128,612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5DB5B-69D5-4925-B7FD-B2E6B870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194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194A0"/>
                </a:solidFill>
                <a:latin typeface="Arial"/>
                <a:ea typeface="Arial"/>
                <a:cs typeface="Arial"/>
              </a:rPr>
              <a:t>EJEMPLO ILUSTRATIVO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1C64C-F8DB-460A-B0C6-A8584592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524500" cy="2381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33A9F-EF5A-4283-9679-60DBF07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7FD8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D8E6"/>
                </a:solidFill>
                <a:latin typeface="Arial"/>
                <a:ea typeface="Arial"/>
                <a:cs typeface="Arial"/>
              </a:rPr>
              <a:t>DISTANCIA CALCULADA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9F8D4-9EB0-446C-BA3B-894CE149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162 km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E986E-8C97-4E72-BACC-20570B63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La plataforma valida saltos de kilometraje y registra la hora de llegada.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63380-583D-4274-B86D-93C49DE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2324100" cy="476250"/>
          </a:xfrm>
          <a:prstGeom xmlns:a="http://schemas.openxmlformats.org/drawingml/2006/main" prst="roundRect">
            <a:avLst>
              <a:gd name="adj" fmla="val 44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7FE02-8FB7-45B0-A9FC-6C4A242D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UNIDAD DISPONIBLE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71E44-4948-46EB-A442-F7F57353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185924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56C88-8EB1-4236-9FBA-5DBF5D5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Prevención y atención inmediata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E1A8B-6581-41ED-9041-4706FEF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038DA-BB3C-490B-BC63-41E115D7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B87BD-D820-4719-93D4-B5AE9812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Dos módulos complementan el viaje cotidiano con respuesta operativa y mejora del manejo.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CFAA-8929-4D8B-9E45-A16F448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4350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2C1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63F64-D6A1-4DD3-842D-EFEED4A3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42DFE-5F5E-4531-81C4-FC7AE5E0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45459-B49C-4C6C-9801-BC67396F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Reporte de incidentes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6CED9-AE55-4D58-B511-8429D33D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324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conductor envía ubicación, fotografías y una descripción de la avería, ponchadura o siniestro.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856AC-84E1-4231-9B12-B963195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3CEB8-542B-4285-8B70-404F09F3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93D"/>
                </a:solidFill>
                <a:latin typeface="Arial"/>
                <a:ea typeface="Arial"/>
                <a:cs typeface="Arial"/>
              </a:rPr>
              <a:t>El centro de mando recibe contexto suficiente para coordinar la atención.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C677D-4D7C-43CC-80BE-842AE621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514350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27480-8A36-427B-88E9-F4AF2F7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53A03-6CC0-4E81-8408-55C3B90C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764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651B6-E8D8-4B52-B89D-5416027A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Manejo comentado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E9422-9E56-4C25-AB4E-8D0C10B2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324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observa hábitos de conducción defensiva y registra una evaluación con retroalimentación.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663D4-43ED-4FB7-99F2-FA91F046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B9BD7-527B-4CF9-9B65-E88CD07E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93D"/>
                </a:solidFill>
                <a:latin typeface="Arial"/>
                <a:ea typeface="Arial"/>
                <a:cs typeface="Arial"/>
              </a:rPr>
              <a:t>Cada evaluación genera evidencia para reforzar conductas seguras.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FE5D9-2D32-4AB0-AEE6-E433F189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573993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1C022-6168-426E-B0C2-FF1B96D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50149-1D88-47A3-8A70-B086272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Torre de control y expediente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4DE1C-B370-4291-88CC-F3586C29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79D8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D8E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CBE95-D9E5-4E46-B525-31AD5101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787DD-A121-40EB-8F22-F053700A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El panel administrativo reúne la operación diaria y conserva el respaldo documental.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DB272-0ECD-4C90-ACED-5DDD5030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BF925-8FC1-4AA2-BDEA-A3B35378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Mapa operativo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E5C01-F258-4528-BC2B-B5EA1B69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Ubicación actual y rutas históricas por viaje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BEE9D-925E-4908-A96C-A2F2E08A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976EA-ED22-4178-9E52-B7539B58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Auditoría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474B7-0349-48F2-BB2F-F6774CD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Odómetros, combustible y consistencia de registros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38755-1CD4-42D8-9DE1-133CDDD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7970F-F094-45F5-B257-AECFDECB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Expedientes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9A578-1C40-4FEE-99F2-E7E1DF41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Actas y PDFs sincronizados con SharePoint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175F0-C0A6-4408-90A1-B29FB8AF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048125" cy="3048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9525">
            <a:solidFill>
              <a:srgbClr val="4C71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DFA65-04DF-4D62-9065-18A2770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1935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Panel administrativo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835EA-FAE4-4388-802B-C0952BA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99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5DD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5DDEA"/>
                </a:solidFill>
                <a:latin typeface="Arial"/>
                <a:ea typeface="Arial"/>
                <a:cs typeface="Arial"/>
              </a:rPr>
              <a:t>Conductores  •  Vehículos  •  Viajes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FCDAA-0EC7-4649-A787-BA4FEC97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75D0E-1347-460F-A566-D4410F28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15EC7-15DA-4054-B527-310C4DFE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243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cxnSp>
        <p:nvCxnSpPr>
          <p:cNvPr id="4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039100" y="3781425"/>
            <a:ext cx="81915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5DDEA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44000" y="3781425"/>
            <a:ext cx="95250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5DDEA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B1E36-9859-4EB5-9319-F76E198F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Ruta y evidencia disponibles para consulta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7E306-83A6-4FE2-A88F-0285A19B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FC5D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5D3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432059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597B1-30D6-4368-9528-4D961742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Buenas prácticas para una operación segura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EDC46-A6DE-4286-8CD0-161E41EE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52BE3-1BAB-41FE-B317-65FF5DF5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97978-3DDC-4366-BB58-6D4C56DA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calidad del registro depende de hábitos simples y consistentes durante cada viaje.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B3504-AA2F-4F6C-AEC2-4E523D7A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21CA8-1AF1-47D6-BC61-B9A6BB34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Inspección consciente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AC692-F06C-412E-A615-B7AF55E3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Revisar la unidad antes de encender el motor y documentar cualquier daño.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D8971-0435-4826-8C75-B88BEF6C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56B70-D900-4B1D-9329-3B4419C2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GPS activo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176FB-DAD0-4337-84D9-336F80C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Mantener habilitada la ubicación durante todo el trayecto, incluso en zonas sin señal.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96DA6-831A-49D6-9AF1-13F56FA6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BD769-87A1-4B03-BAB9-46BB794E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Odómetro exacto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6301D-2AD8-44EF-8356-75826CC3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Registrar con precisión las lecturas de salida y llegada.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66B19-30E4-43C4-94FB-66CAE6C2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34000"/>
            <a:ext cx="6762750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1F383-38AB-40FD-898B-B34389E2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43525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 y comentarios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2CFC5-A273-4EF7-B3E9-34C73DFD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626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71869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693"/>
                </a:solidFill>
                <a:latin typeface="Arial"/>
                <a:ea typeface="Arial"/>
                <a:cs typeface="Arial"/>
              </a:rPr>
              <a:t>Nota: la operación productiva requiere configuración de PostgreSQL, Telegram y servicios externos aplicables.</a:t>
            </a:r>
          </a:p>
        </p:txBody>
      </p:sp>
    </p:spTree>
    <p:extLst>
      <p:ext uri="{BB962C8B-B14F-4D97-AF65-F5344CB8AC3E}">
        <p14:creationId xmlns:p14="http://schemas.microsoft.com/office/powerpoint/2010/main" val="1372304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2026-09-09T16:29:47.4820000Z</dcterms:created>
  <dcterms:modified xsi:type="dcterms:W3CDTF">2026-09-09T16:29:47.4820000Z</dcterms:modified>
</coreProperties>
</file>