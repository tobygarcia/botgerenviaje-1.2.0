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3dc98e2cc4d16" /><Relationship Type="http://schemas.openxmlformats.org/officeDocument/2006/relationships/extended-properties" Target="/docProps/app.xml" Id="Rccee195162ac49dc" /><Relationship Type="http://schemas.openxmlformats.org/officeDocument/2006/relationships/officeDocument" Target="/ppt/presentation.xml" Id="Rd5d96fca4fb7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568bc24264881"/>
  </p:sldMasterIdLst>
  <p:notesMasterIdLst>
    <p:notesMasterId xmlns:r="http://schemas.openxmlformats.org/officeDocument/2006/relationships" r:id="R01b69e641a274805"/>
  </p:notesMasterIdLst>
  <p:sldIdLst>
    <p:sldId xmlns:r="http://schemas.openxmlformats.org/officeDocument/2006/relationships" id="256" r:id="Rca467b8c52974947"/>
    <p:sldId xmlns:r="http://schemas.openxmlformats.org/officeDocument/2006/relationships" id="257" r:id="R99ec2d570b744a37"/>
    <p:sldId xmlns:r="http://schemas.openxmlformats.org/officeDocument/2006/relationships" id="258" r:id="R7a69b35fa4424538"/>
    <p:sldId xmlns:r="http://schemas.openxmlformats.org/officeDocument/2006/relationships" id="259" r:id="R861b461b45e14572"/>
    <p:sldId xmlns:r="http://schemas.openxmlformats.org/officeDocument/2006/relationships" id="260" r:id="Rc0bba1063f8c48fb"/>
    <p:sldId xmlns:r="http://schemas.openxmlformats.org/officeDocument/2006/relationships" id="261" r:id="R8449453b73f14cef"/>
    <p:sldId xmlns:r="http://schemas.openxmlformats.org/officeDocument/2006/relationships" id="262" r:id="R785057c956c54a30"/>
    <p:sldId xmlns:r="http://schemas.openxmlformats.org/officeDocument/2006/relationships" id="263" r:id="Rc312a7b027ab4764"/>
    <p:sldId xmlns:r="http://schemas.openxmlformats.org/officeDocument/2006/relationships" id="264" r:id="R0f32291029a546d1"/>
    <p:sldId xmlns:r="http://schemas.openxmlformats.org/officeDocument/2006/relationships" id="265" r:id="Rcd1eb533c9c045cf"/>
    <p:sldId xmlns:r="http://schemas.openxmlformats.org/officeDocument/2006/relationships" id="266" r:id="R1a5e64ec9df1485c"/>
    <p:sldId xmlns:r="http://schemas.openxmlformats.org/officeDocument/2006/relationships" id="267" r:id="R83b44f42e4e5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2ce5685b6f46c7" /><Relationship Type="http://schemas.openxmlformats.org/officeDocument/2006/relationships/slideMaster" Target="/ppt/slideMasters/slideMaster1.xml" Id="R502568bc24264881" /><Relationship Type="http://schemas.openxmlformats.org/officeDocument/2006/relationships/notesMaster" Target="/ppt/notesMasters/notesMaster1.xml" Id="R01b69e641a274805" /><Relationship Type="http://schemas.openxmlformats.org/officeDocument/2006/relationships/presProps" Target="/ppt/presProps.xml" Id="R6b94f57276f747b0" /><Relationship Type="http://schemas.openxmlformats.org/officeDocument/2006/relationships/tableStyles" Target="/ppt/tableStyles.xml" Id="R278d3917efec48a9" /><Relationship Type="http://schemas.openxmlformats.org/officeDocument/2006/relationships/slide" Target="/ppt/slides/slide1.xml" Id="Rca467b8c52974947" /><Relationship Type="http://schemas.openxmlformats.org/officeDocument/2006/relationships/slide" Target="/ppt/slides/slide2.xml" Id="R99ec2d570b744a37" /><Relationship Type="http://schemas.openxmlformats.org/officeDocument/2006/relationships/slide" Target="/ppt/slides/slide3.xml" Id="R7a69b35fa4424538" /><Relationship Type="http://schemas.openxmlformats.org/officeDocument/2006/relationships/slide" Target="/ppt/slides/slide4.xml" Id="R861b461b45e14572" /><Relationship Type="http://schemas.openxmlformats.org/officeDocument/2006/relationships/slide" Target="/ppt/slides/slide5.xml" Id="Rc0bba1063f8c48fb" /><Relationship Type="http://schemas.openxmlformats.org/officeDocument/2006/relationships/slide" Target="/ppt/slides/slide6.xml" Id="R8449453b73f14cef" /><Relationship Type="http://schemas.openxmlformats.org/officeDocument/2006/relationships/slide" Target="/ppt/slides/slide7.xml" Id="R785057c956c54a30" /><Relationship Type="http://schemas.openxmlformats.org/officeDocument/2006/relationships/slide" Target="/ppt/slides/slide8.xml" Id="Rc312a7b027ab4764" /><Relationship Type="http://schemas.openxmlformats.org/officeDocument/2006/relationships/slide" Target="/ppt/slides/slide9.xml" Id="R0f32291029a546d1" /><Relationship Type="http://schemas.openxmlformats.org/officeDocument/2006/relationships/slide" Target="/ppt/slides/slide10.xml" Id="Rcd1eb533c9c045cf" /><Relationship Type="http://schemas.openxmlformats.org/officeDocument/2006/relationships/slide" Target="/ppt/slides/slide11.xml" Id="R1a5e64ec9df1485c" /><Relationship Type="http://schemas.openxmlformats.org/officeDocument/2006/relationships/slide" Target="/ppt/slides/slide12.xml" Id="R83b44f42e4e5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c60333ecf44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5cfc17e23a48e4" /><Relationship Type="http://schemas.openxmlformats.org/officeDocument/2006/relationships/notesMaster" Target="/ppt/notesMasters/notesMaster1.xml" Id="R97d3a7f929bd45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b2591470254111" /><Relationship Type="http://schemas.openxmlformats.org/officeDocument/2006/relationships/notesMaster" Target="/ppt/notesMasters/notesMaster1.xml" Id="Rdf7e303f60d64d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7f90ede840406f" /><Relationship Type="http://schemas.openxmlformats.org/officeDocument/2006/relationships/notesMaster" Target="/ppt/notesMasters/notesMaster1.xml" Id="R7cd419f4e75a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39e421183445c7" /><Relationship Type="http://schemas.openxmlformats.org/officeDocument/2006/relationships/notesMaster" Target="/ppt/notesMasters/notesMaster1.xml" Id="R1ed251b633324b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38a9feceac4e60" /><Relationship Type="http://schemas.openxmlformats.org/officeDocument/2006/relationships/notesMaster" Target="/ppt/notesMasters/notesMaster1.xml" Id="R03fed2faf59d4b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f4b0f748844e31" /><Relationship Type="http://schemas.openxmlformats.org/officeDocument/2006/relationships/notesMaster" Target="/ppt/notesMasters/notesMaster1.xml" Id="R955b8f0861c4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3e7ae1365f4ff8" /><Relationship Type="http://schemas.openxmlformats.org/officeDocument/2006/relationships/notesMaster" Target="/ppt/notesMasters/notesMaster1.xml" Id="Reb1e5c04ba21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ed027ce1e74f56" /><Relationship Type="http://schemas.openxmlformats.org/officeDocument/2006/relationships/notesMaster" Target="/ppt/notesMasters/notesMaster1.xml" Id="R2ae5eac2744945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115f6430b34551" /><Relationship Type="http://schemas.openxmlformats.org/officeDocument/2006/relationships/notesMaster" Target="/ppt/notesMasters/notesMaster1.xml" Id="R10ca16ac2ed1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71bf9ac94147db" /><Relationship Type="http://schemas.openxmlformats.org/officeDocument/2006/relationships/notesMaster" Target="/ppt/notesMasters/notesMaster1.xml" Id="R110d48546b2345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05f9d0657840db" /><Relationship Type="http://schemas.openxmlformats.org/officeDocument/2006/relationships/notesMaster" Target="/ppt/notesMasters/notesMaster1.xml" Id="R93836c1c480e41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a04484c2af46da" /><Relationship Type="http://schemas.openxmlformats.org/officeDocument/2006/relationships/notesMaster" Target="/ppt/notesMasters/notesMaster1.xml" Id="Rdd11f9de6a7a47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Portada elaborada con el logotipo incluido en frontend/src/assets/AQUARIO_BLANCO.png.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Recurso visual: frontend/src/assets/conductor.png.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Los valores de odómetro mostrados son un ejemplo ilustrativo y no representan un viaje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La operación final de SharePoint depende de la configuración de Microsoft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Cierre basado en las recomendaciones prácticas del documento fuente. La nota técnica conserva la cautela indicada en RESUMEN_PROYECTO.md.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4b285366143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06ab66570047e3" /><Relationship Type="http://schemas.openxmlformats.org/officeDocument/2006/relationships/slideLayout" Target="/ppt/slideLayouts/slideLayout1.xml" Id="R15f2668e7e0e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2668e7e0e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42673ec7e479e" /><Relationship Type="http://schemas.openxmlformats.org/officeDocument/2006/relationships/image" Target="/ppt/media/image.png" Id="R4e3d5d70a0d645b5" /><Relationship Type="http://schemas.openxmlformats.org/officeDocument/2006/relationships/notesSlide" Target="/ppt/notesSlides/notesSlide1.xml" Id="R2026009c4c9f4d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b9a012d7f48e1" /><Relationship Type="http://schemas.openxmlformats.org/officeDocument/2006/relationships/notesSlide" Target="/ppt/notesSlides/notesSlide2.xml" Id="Rd9f9359881fa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7b3f3f02d428d" /><Relationship Type="http://schemas.openxmlformats.org/officeDocument/2006/relationships/notesSlide" Target="/ppt/notesSlides/notesSlide3.xml" Id="R014dd6dc9dad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a354031a54c4c" /><Relationship Type="http://schemas.openxmlformats.org/officeDocument/2006/relationships/notesSlide" Target="/ppt/notesSlides/notesSlide4.xml" Id="Rd4ea077167ad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3dabf26c74d0c" /><Relationship Type="http://schemas.openxmlformats.org/officeDocument/2006/relationships/image" Target="/ppt/media/image2.png" Id="Rbc29e0730b5b4dc9" /><Relationship Type="http://schemas.openxmlformats.org/officeDocument/2006/relationships/notesSlide" Target="/ppt/notesSlides/notesSlide5.xml" Id="R49f8b611fe68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4f7c39b2145f3" /><Relationship Type="http://schemas.openxmlformats.org/officeDocument/2006/relationships/notesSlide" Target="/ppt/notesSlides/notesSlide6.xml" Id="Rb0716e7646e04c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749069ae9435d" /><Relationship Type="http://schemas.openxmlformats.org/officeDocument/2006/relationships/notesSlide" Target="/ppt/notesSlides/notesSlide7.xml" Id="Rfe784bb9afa74d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678c3e1f64887" /><Relationship Type="http://schemas.openxmlformats.org/officeDocument/2006/relationships/notesSlide" Target="/ppt/notesSlides/notesSlide8.xml" Id="R557bb84c3ab845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60706a97a4575" /><Relationship Type="http://schemas.openxmlformats.org/officeDocument/2006/relationships/notesSlide" Target="/ppt/notesSlides/notesSlide9.xml" Id="R2c7c900d50204e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f91491bf4434" /><Relationship Type="http://schemas.openxmlformats.org/officeDocument/2006/relationships/notesSlide" Target="/ppt/notesSlides/notesSlide10.xml" Id="Rc8cd9638aa3d46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aa9e8ad894b3e" /><Relationship Type="http://schemas.openxmlformats.org/officeDocument/2006/relationships/notesSlide" Target="/ppt/notesSlides/notesSlide11.xml" Id="R3bc2d3156d744e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93d9d99514760" /><Relationship Type="http://schemas.openxmlformats.org/officeDocument/2006/relationships/notesSlide" Target="/ppt/notesSlides/notesSlide12.xml" Id="R640e46e24b7641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A1C35-775B-466B-B44F-3CEC6EB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A8DA-105F-40DA-B2E9-1A12938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64ED-6E57-4B44-B2A5-3AA84F1D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0"/>
            <a:ext cx="3476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061B0-F2DA-4076-9B90-69D18364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2208-BB5F-4DFF-AC06-BB9C14C1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9BD05-D6ED-403B-8019-F4ADFD71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d5d70a0d645b5"/>
          <a:stretch xmlns:a="http://schemas.openxmlformats.org/drawingml/2006/main"/>
        </p:blipFill>
        <p:spPr>
          <a:xfrm xmlns:a="http://schemas.openxmlformats.org/drawingml/2006/main">
            <a:off x="881180" y="457200"/>
            <a:ext cx="105704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E0BE9-8AB3-47CA-9815-51D41EA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Plataforma de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Gerenciamiento de Viajes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F5A3F-B3EC-4C33-8BC9-103B1EE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Seguridad operativa, trazabilidad y control documental de la flota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A2F5B-83E2-4313-8789-961664BB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6DB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6DBE8"/>
                </a:solidFill>
                <a:latin typeface="Arial"/>
                <a:ea typeface="Arial"/>
                <a:cs typeface="Arial"/>
              </a:rPr>
              <a:t>Presentación para usuarios finales y mandos medios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74A9-31F4-499C-8B11-AA4A3A8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FB5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5C3"/>
                </a:solidFill>
                <a:latin typeface="Arial"/>
                <a:ea typeface="Arial"/>
                <a:cs typeface="Arial"/>
              </a:rPr>
              <a:t>Septiembre 2026  |  Versión 1.2.0</a:t>
            </a:r>
          </a:p>
        </p:txBody>
      </p:sp>
    </p:spTree>
    <p:extLst>
      <p:ext uri="{BB962C8B-B14F-4D97-AF65-F5344CB8AC3E}">
        <p14:creationId xmlns:p14="http://schemas.microsoft.com/office/powerpoint/2010/main" val="777212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25F4A-7973-499F-924A-8BD8E2F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Una operación segura deja un registro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31A6A-AED5-466A-8C34-3351CBB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8E1B8-3083-432C-9761-3276448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B413C-0F2E-436B-8188-C4AB0737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plataforma concentra en un solo flujo lo que antes se distribuía entre bitácoras, mensajes, fotografías y archivos.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598D7-7A59-4D94-811B-3A58D6F9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A03EC-45AF-4A37-B844-ACF288E2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84256-9C77-4951-B130-445F213B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A5233-F290-47FC-93C3-CE612BAA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6A734-BDF9-4FBE-B0DC-B0B597E2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Revisión preoperacional y evidencia de daños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853F5-3B9A-4940-9E66-2F84A7C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222B8-EAA2-4CDE-8AE6-CBAE5887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92850-4F72-4FDF-B8F0-3053CE2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0716D-86D0-4837-81DB-8E6DB4CE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F9E51-B2B2-4790-8A3F-5793C5D3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Ubicación GPS en línea y sincronización posterior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032F4-114A-4822-BAAB-85B5929D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10EF9-4FD5-4A98-AF47-400B2D9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65F29-CFD8-4102-9547-2EA12BD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CE71E-180F-4C09-B938-8257183B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7D9A3-8903-4655-BA38-AEF50967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Lecturas de odómetro y estados del viaje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CEC6F-392C-4401-9CDD-FD56B147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C85B9-5D94-4B38-AABB-4656D71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CD386-A90C-48CF-A196-D8D317BB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C1F63-7F2B-40CA-B15B-F9ECEEE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Expediente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05452-0E17-42B4-A7B8-0A88329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Firmas, PDFs y respaldo para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19454-C20A-4430-BFB6-12291065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667432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5C1D4-0349-4E89-912A-3C6526E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Roles y canales de acceso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5A437-CB2B-4F4B-B37F-9132983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99053-B64E-4133-AB6F-5E12CE7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F1FF-FF3B-41C3-A602-F77A265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C9210-93AB-4D7F-863E-FDEA878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EE468-D8D9-4981-B8DC-094E3D6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D864B-2EB1-4FCF-B161-8A04DA7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A17E6-96C4-4CEA-B75E-26C84CD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Conductor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5ECB5-1C47-44E6-BEDC-7992A41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Telegram Mini App y 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8EFBD-80CA-472E-901F-CC9ADAB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Completa la inspección, registra odómetros, opera el viaje y reporta ubicación.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03A8F-F50C-40D1-9D37-06D54A3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04941-6A0D-4678-8A4B-30893A8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21071-2E87-41BE-BECE-B98F0E0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4837B-CB97-4DFA-B490-5E0FD1E7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E9A48-BD5C-4CFB-BE04-C3F95E7F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CE611-79A4-4000-A448-44B4233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Telegram y portal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D1CA7-02FF-4645-A9BF-77053C00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 evidencias, autoriza la salida y documenta evaluaciones de manejo.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E61EE-5889-4FA6-897F-44BC9A8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D0940-486A-4193-83ED-C1D927C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AFB15-14A5-4998-9BD7-FE7C8452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D6997-C740-429B-BBBB-BBCB158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92853-92AC-4549-A30A-39FBBF2C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Torre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844EC-EC1C-4128-88F7-B9EB4B1F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D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14D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C8DD3-E6C9-4151-AC35-D4F80944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Monitorea viajes, audita kilometraje y consulta expedientes operativos.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2890A9-62CF-4F7F-84CF-FC97821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710716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C52BD-5362-4B75-8B72-E3B1483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1: acceso e identidad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493EA-D5C1-458D-ABB3-3D46327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6364B-D7DC-49E6-B28E-E20886B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B6933-51A4-47A1-9C84-073A9DE5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entra desde Telegram o desde la PWA y confirma su identidad antes de operar una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AB2BF-95A3-4942-AF60-9326DE83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3812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ED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846D-D2BB-49C4-B6D8-2F28724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DE00D-2DE4-4870-A454-FCDA810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EFF90-CC37-4E68-868B-9875777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25A32-04C6-4260-AFBE-449B9D6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Comando /start y apertura de la Mini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5689-204E-46E7-80D9-112733C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381250" cy="140970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9525">
            <a:solidFill>
              <a:srgbClr val="D5C6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57C3E-79C1-49ED-8875-B1B7AEA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76EAD-9497-471C-BC81-3A2D2117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6FF6D-C349-4FE4-BB73-A4D25B0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PWA móvil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0841F-BF10-48C9-BB58-1A3102A7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Acceso directo en Chrome, con sesión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A3E15-D93E-4401-A72D-DA87CF9F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476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F1114-A743-495C-AA55-20FF0DF9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1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1DDEA"/>
                </a:solidFill>
                <a:latin typeface="Arial"/>
                <a:ea typeface="Arial"/>
                <a:cs typeface="Arial"/>
              </a:rPr>
              <a:t>PIN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D9342-B0E5-4BA1-AC7D-233AD62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••••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65FF1-817D-40D9-86A6-8AC0E3FC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8074C-DB8C-40AC-9A4A-42486CA5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48FC0-248C-4F0C-9BE3-6721C58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19050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7D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7A412C-013E-46ED-9191-EA4FA9D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853FB-236E-4E09-B4DE-3702D958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EACED-89C9-4FA3-948D-C6C5D439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Perfil habilitado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BFEE2-A44A-4B82-B0BD-1AA29662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Conductor activo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Licencia vigente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Vehículo asignado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57550" y="3009900"/>
            <a:ext cx="14097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257550" y="3743325"/>
            <a:ext cx="14097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143750" y="3733800"/>
            <a:ext cx="142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A06B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1C63F-72D4-4EAF-A453-42BF597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300834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5D358-07A6-4E9B-8ADA-DAB61578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2: inspección preoperacional 360°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0C7E1-F7EB-4D08-A7D3-ADB171A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78D0D-48F9-4068-9C36-817846E5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313E8-CBFA-468E-8E84-6F7B14F0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documenta el estado de la unidad antes de encender el motor.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A5574-385D-4B77-86F9-D599591C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239000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9e0730b5b4dc9"/>
          <a:stretch xmlns:a="http://schemas.openxmlformats.org/drawingml/2006/main"/>
        </p:blipFill>
        <p:spPr>
          <a:xfrm xmlns:a="http://schemas.openxmlformats.org/drawingml/2006/main">
            <a:off x="1000607" y="2476500"/>
            <a:ext cx="5333035" cy="184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493C0-A0EE-4FD6-AB81-7AEA7830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9DDF-2A65-4B73-B51C-BD9A444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EB16A-AD18-409B-A53B-5187AB3E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Marcas de daño y evidencia fotográfica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115C2-0BFB-4579-ACEA-AA875B9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D6479-72EB-451F-9D5C-FD06135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CA737-FB57-4C2F-849F-48DD4AA5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97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Frenos y luces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AE9E3-F552-49C5-B2FC-F74825A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D504A-31D0-4F58-BD7E-AE60B2E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3E067-0A06-4BFB-B0D0-719D6A5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Llantas y niveles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1CB48-3917-480E-A7F6-2C08134B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E1660-AC66-4654-9794-621F8F73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DDFE3-2497-4B0C-92A0-58290C0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Equipo de emergencia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7B497-7972-478B-9609-F9B2175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B9D82-DB19-4EB8-928A-352575C0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30973-A472-422C-8BCE-66099F6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Firma del conductor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1D178-06B8-432E-876F-5E17F63B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Regla operativa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DC724-55F3-486B-BC12-F67D2A8A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es diaria por operador y se reinicia a las 10:00 PM.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207FC-350C-47B0-AF69-E8A34456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265881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5BA27-ADF1-40E1-AB60-DF1BDA18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3: validación y salida autorizada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A51D8-31DB-4436-B8FE-A6985FA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3475B-E1F1-48AE-9B5E-B9DFBDBD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C9C5E-70E1-4311-A227-977336B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revisa la evidencia y deja una decisión trazable antes de liberar la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5CADF-F324-4B75-ADCB-3EB12315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AA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19E8A-F803-4CD6-B50A-4B20AB31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CE2C-A1E4-4777-B7C3-EEA85998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575D-EA8C-427E-ACB1-CEEE78D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Alerta automática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9DF71-7911-4976-85DE-10C9202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Telegram avisa al grupo de supervisores cuando el conductor envía el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2B206-9985-45D6-8ED8-829C7C9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289B2-4A00-4426-BB00-8AD3C833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C22F6-8150-4CAE-BC5B-52D8F9EF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A335B-DB9F-4F6B-8804-29965FD6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5AE48-1C37-4AD3-B382-5BF8F2A2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consulta checklist, fotografías y daños registrados. Aprueba o rechaza con firma digital.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59B8B-4EA2-4220-A3F5-67BDF8FB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2512D-4091-4928-A304-CAB7AC0C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5C1B1-9540-4BE2-9E61-17E59ECB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28702-3280-49A2-8305-820B313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Acta oficial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40671-30F7-47E1-BC51-EF67D04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aprobación genera el PDF firmado y habilita la salida. El rechazo devuelve la unidad a corrección.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057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6C8A8-C5B2-4CF9-8577-641D2AD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81625"/>
            <a:ext cx="4095750" cy="514350"/>
          </a:xfrm>
          <a:prstGeom xmlns:a="http://schemas.openxmlformats.org/drawingml/2006/main" prst="roundRect">
            <a:avLst>
              <a:gd name="adj" fmla="val 40741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817D8-1DDC-48C4-AD8E-425EA45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911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firma de ambas partes respalda la salida segura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34F72-5C34-4A46-B602-401CAE66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653252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AD258-DE63-4D69-850E-397423C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Paso 4: preparación y plan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F2485-0903-4BD3-9D7F-BA79F605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5F5D4-32C6-47E2-AC55-30A0297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7D328-9D38-475C-B808-783072B9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Antes de iniciar, el conductor documenta el traslado y los controles de seguridad de la ruta.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0809B-3EF9-481A-A8FA-5478647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C56B5-6C08-459E-A587-24363DF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912F5-9EDE-47D2-9043-602CCC6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Destino y motivo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35E0-E0D6-4174-A2D6-41E5A188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Origen, destino oficial, propósito y acompañantes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57D4A-1DC5-4D9E-B5A0-53B4BB4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D02E-1168-4096-8E37-A2D9C4EE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84A5B-5BAE-4002-8ECF-6D0853FF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43B3B-2754-43C6-8658-88DC7B47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Lectura numérica y fotografía del tablero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86058-D48B-4755-B1EE-B4AD89EA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D6407-3386-46D4-BE4F-46D49807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DBF63-3D62-4AF8-A721-99EFD50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Riesgos de ruta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5C92-5B22-498B-9D0A-86532929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Clima, condiciones del camino y protocolos de auxilio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CE74B-A991-4D06-8AAB-FDA8A7E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4E711-4090-4C8D-80A9-99B14CA1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179A6-EB08-409B-9738-4C869007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de descanso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9E92C-4FBA-4A06-8F80-869A12A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Paradas programadas cada 2 a 3 horas de manejo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5934A-8A73-4A12-A042-1EF5759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958330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32AF8-8543-458B-853D-97A2FA3D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5: rastreo GPS en línea y sin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F24A4-2DF5-41F7-9145-032180E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C8B75-660D-4C83-A889-6D972FD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BA17A-7E27-4794-B93D-9437FF41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aplicación mantiene la continuidad del registro durante todo el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F346-22F7-4A1D-AE97-34BBEB74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123825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54DC9-179E-4B14-A9C2-D5B334B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INICIAR VIAJE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1F5F9-08E2-41F7-B95C-DBDABC05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CD1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1DD"/>
                </a:solidFill>
                <a:latin typeface="Arial"/>
                <a:ea typeface="Arial"/>
                <a:cs typeface="Arial"/>
              </a:rPr>
              <a:t>Activa el seguimiento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1AD05-7019-475D-91CF-629C530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D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849FA-66F1-4E49-A289-8C643CE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8C4AC-6243-4537-8DA4-5EABAC98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87EB3-B167-4D6E-9832-4548A02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 señal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DAF0F-3524-430B-8F32-6A66E871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Las coordenadas llegan al servidor y actualizan la ruta.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9D9D6-7F61-425A-99C8-5C31456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CB86A-D8AD-47C4-8DD0-920C3B75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7F4DC-808D-4E7D-8F18-8FA7CDCF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80A43-105B-4413-96E8-B38FD3EA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00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Sin señal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3715C-0964-4BBE-93D2-1E4E101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teléfono guarda puntos y eventos para sincronizarlos después.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F4DD8-EA1C-4060-80CE-982E009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09900"/>
            <a:ext cx="25717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C2A86-A477-47F0-8E22-28B7CE6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7D48B-F986-439B-8FBD-3B1E5F26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575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7C5F1-BC08-40D5-BFC7-5161BCFE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Ruta consolidada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A5993-AB6D-420E-A922-68BC14C5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Sin pérdida ni duplicación de puntos GPS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57500" y="2809875"/>
            <a:ext cx="1666875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A7C7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57500" y="3381375"/>
            <a:ext cx="166687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26A35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86625" y="2809875"/>
            <a:ext cx="161925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86625" y="3819525"/>
            <a:ext cx="16192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438BF-51D3-4FC3-832E-815AF864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28769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4B92E-3F39-45C6-9AE1-49F05A3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6: cierre y conciliación de kilometraje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92453-11DD-4BBC-9CDC-F9D77B20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9FB15-A7E4-48CF-8B8C-1814263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6CD61-972E-4C62-AB01-456D6D3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lectura final completa el expediente del viaje y libera la unidad para el siguiente servicio.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16AC9-61D1-4118-980C-2D8FA53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27622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EFAAD-6235-4EA0-BA95-B399A27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45EA5-0432-42B9-BE5B-35D8224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128,450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05499-B25F-4C9D-96FC-7229D8F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B6A9A-14E5-4D25-B0D1-9FA620BF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7204E-E095-435A-B371-991F5E15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128,612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20DE3-F521-4F90-8711-BEC3B39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194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194A0"/>
                </a:solidFill>
                <a:latin typeface="Arial"/>
                <a:ea typeface="Arial"/>
                <a:cs typeface="Arial"/>
              </a:rPr>
              <a:t>EJEMPLO ILUSTRATIVO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5EC9D-0E3C-44FA-B319-3682810E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524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2B67D-0181-4249-8047-F0E2C825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7FD8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D8E6"/>
                </a:solidFill>
                <a:latin typeface="Arial"/>
                <a:ea typeface="Arial"/>
                <a:cs typeface="Arial"/>
              </a:rPr>
              <a:t>DISTANCIA CALCULADA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5073B-040E-473C-8195-1C525252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162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8B2B-0C73-49D2-99B0-50E9E47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La plataforma valida saltos de kilometraje y registra la hora de llegada.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ADCF3-6AE7-4671-A51C-19445B5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76250"/>
          </a:xfrm>
          <a:prstGeom xmlns:a="http://schemas.openxmlformats.org/drawingml/2006/main" prst="roundRect">
            <a:avLst>
              <a:gd name="adj" fmla="val 44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8230E-5287-4974-B2CB-77B14CD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UNIDAD DISPONIBLE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B00D8-AA11-44CF-A93A-28E8DE92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207157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30330-1E08-4A13-9C61-5706F022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Prevención y atención inmediata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73853-B474-46BF-A3C6-143767B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4719C-1CCA-4221-A2F1-5DA17DA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81BCF-521B-41F0-A849-854DEFB0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Dos módulos complementan el viaje cotidiano con respuesta operativa y mejora del manejo.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61E16-0314-4B85-A985-88F1AC9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C1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566BA-BD59-4183-9C99-DD6433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E4D2-568B-427A-9166-5237118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108FA-74C5-4F84-98DF-9B761F3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Reporte de incidentes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4CB6B-15B8-43EF-A2F5-6384723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envía ubicación, fotografías y una descripción de la avería, ponchadura o siniestro.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0E813-F23D-4F51-A68D-2781548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7DFD9-39BE-4AD1-84F2-F1F42A84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El centro de mando recibe contexto suficiente para coordinar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71257-AE34-4B00-A355-E41D682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60763-C74C-4585-AC4E-EC0D296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FCF34-8FD1-4018-AD48-708E0141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8DD7D-58B6-48E0-82AB-E11CE869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Manejo comentado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0C2D4-8754-44FF-9499-9F53DDFC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observa hábitos de conducción defensiva y registra una evaluación con retroalimentación.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F175E-34F6-46C4-86AA-3CCF234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EA878-5C06-42E1-AC5E-8C47D7E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Cada evaluación genera evidencia para reforzar conductas seguras.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74E33-4A49-4D59-9169-88F5F98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709860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2DE7B-AA03-4394-BBF6-E780A9FA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507A9-BAEB-4BC9-890A-EFF90865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Torre de control y expediente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90BD8-D51D-47A0-BBBD-BBF4F07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B074-5A93-4774-B604-C4B43941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908D5-D052-4953-8C7F-588CF7A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El panel administrativo reúne la operación diaria y conserva el respaldo documental.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F4810-A076-43A3-8C9C-82DCF65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94B9E-B5DD-4179-9EBB-5E593BF2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 operativo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16CB4-32B2-4EE0-8674-659B174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Ubicación actual y rutas históricas por viaje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6891D-92C0-4729-9B99-566E4D0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E2C9E-3C3B-4E3C-980D-1024E67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9943B-59AE-4344-A3FB-5F077D1B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Odómetros, combustible y consistencia de registros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55814-4B4A-4727-AAAE-386A2FD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1DB3C-32F7-40FF-8DEE-F72052F9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Expedientes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20CFF-C7C3-4F3C-93A7-49BA4463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Actas y PDFs sincronizados con SharePoint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EC8DD-FE0B-4C4B-B3FA-7DB0D41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48125" cy="3048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9525">
            <a:solidFill>
              <a:srgbClr val="4C71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06881-35AC-4551-AE47-A63BEB2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1935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E092A-9C21-46CC-A08F-AD452D85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5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5DDEA"/>
                </a:solidFill>
                <a:latin typeface="Arial"/>
                <a:ea typeface="Arial"/>
                <a:cs typeface="Arial"/>
              </a:rPr>
              <a:t>Conductores  •  Vehículos  •  Viajes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9E4A8-160E-4FEA-891D-E4187BB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43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E8D92-51B2-4AEB-9C0A-3118F8A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BBA7F-428F-4F09-B1B7-0066504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39100" y="3781425"/>
            <a:ext cx="8191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5DDEA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44000" y="3781425"/>
            <a:ext cx="95250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5DDEA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E6DDF-0B89-44F9-9A79-41AC081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Ruta y evidencia disponibles para 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0EE15-F4E3-4542-9797-B4F521F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679736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5D29E-F495-4CA1-A599-D362715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Buenas prácticas para una operación segura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D421E-A4F5-4747-B0AA-559B4F9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A90C3-FD3B-4757-959D-447FBED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92581-18D0-423A-8FF9-C2E45A1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calidad del registro depende de hábitos simples y consistentes durante cada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AF6C-80B9-4A0F-9A06-C3498F7D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77214-17D9-4408-872A-A9CF697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 consciente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8C66C-A2C6-4117-99D8-551F84F6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Revisar la unidad antes de encender el motor y documentar cualquier daño.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9B190-707D-4530-8DD5-635CD34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78D63-6C3F-4091-9B24-F3976AB0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GPS activo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057A3-91AC-45DE-A583-8E5EA7E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Mantener habilitada la ubicación durante todo el trayecto, incluso en zonas sin señal.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BFF71-22E5-4C57-8FB0-9F141D2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EFDC3-9E37-4492-AB3D-D0C74BD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Odómetro exacto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4B2AE-6043-4DFB-A7CA-CAB77594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Registrar con precisión las lecturas de salida y llegada.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80CFC-271B-45FA-ABC2-2C8EC7BA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34000"/>
            <a:ext cx="6762750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C7619-4A83-44D9-8123-360BE61A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43525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y comentarios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823BF-FA90-4730-9CA9-17CD65C7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626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71869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693"/>
                </a:solidFill>
                <a:latin typeface="Arial"/>
                <a:ea typeface="Arial"/>
                <a:cs typeface="Arial"/>
              </a:rPr>
              <a:t>Nota: la operación productiva requiere configuración de PostgreSQL, Telegram y servicios externos aplicables.</a:t>
            </a:r>
          </a:p>
        </p:txBody>
      </p:sp>
    </p:spTree>
    <p:extLst>
      <p:ext uri="{BB962C8B-B14F-4D97-AF65-F5344CB8AC3E}">
        <p14:creationId xmlns:p14="http://schemas.microsoft.com/office/powerpoint/2010/main" val="1409477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2026-09-09T16:27:56.8400000Z</dcterms:created>
  <dcterms:modified xsi:type="dcterms:W3CDTF">2026-09-09T16:27:56.8400000Z</dcterms:modified>
</coreProperties>
</file>